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715"/>
    <a:srgbClr val="DDCCB1"/>
    <a:srgbClr val="EBE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579F-BD09-C9AB-C4F1-E9BF28EBF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63A18-E5AA-4AF5-EABE-45C249B9C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6AB46-F7DB-61AE-B8ED-087F6BC8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5D862-9844-A209-4F5E-7F4E4F8B1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77E48-0986-B0F5-1C68-DFC1E0F0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4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AC6B-E105-24C0-049F-76D953AD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8B30F-3ECF-5D8D-A05F-736BFDDE1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1092B-FEBB-D7B4-8B16-B8A0B3A54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C65B-D8DC-637C-3477-B6204C43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94727-17FC-2337-8C94-E88650CF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9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47E2-CEF2-701E-6CB4-AF930CD2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51AC1-DF6F-4C9D-D194-1D64B6719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D6CCA-1241-84D3-C3D2-920FE268B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D219A-E1E1-8BE1-5F8B-783E5F0B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F80A3-2D26-F0DB-472E-F108131B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6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DA9E-D920-4F8F-F472-75C6EA4B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117FB-E6DD-8E93-A28F-86213D466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FCA23-6455-0E29-3624-4DA189825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868C1-1061-CA58-DA4D-EC45828A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2FC09-3EF7-9914-8FD0-2E42B487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8CA6D-5831-182B-8F03-72169DE6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3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7171-5293-135A-5DAD-AB2A9589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2606B-8240-0606-1D5F-042B875B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4C552-4603-AFF5-342B-C39016902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05B8D-8DDD-1910-C620-F7C0F6639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FE06E-367E-C9CB-6B5B-08C2CDEE6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7EF60-FB0C-ED32-4762-293053BC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3D632-D619-F3C9-5633-3998B8A9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01F5B-750C-1DB9-8719-315ABBA8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C091-17FE-D50D-0342-44536B93F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A9879-134A-08B2-EA6E-2DA6EF80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365B4-73DD-8C0C-9F00-7376B81AC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DDFA7-A2E6-C9BE-9C7C-2B745D1A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5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2A82E-BD8B-B28D-A4D0-1DD32525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218DDD-DB7F-686B-4356-6612A3FB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E37DA-D945-A21D-B24B-AE409223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1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F436-0946-EACC-7989-AD4CDB2EB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1010D-8F03-1F88-8F9B-C9DB4B34F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88243-C1F3-56D7-2B93-10E7CD7F8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33F6B-F2AC-1E76-27E5-E8447167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7D3F8-DCD2-827C-55E7-A8E095C8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6214B-212D-03C8-B422-7E01F10E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0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332D-2E2C-1507-D23C-EE0737D2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962A8-E3D7-7A63-5B9F-BCA850B52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828DE-E913-4273-867C-5F1F9530C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4F623-45E7-33B0-49CF-89D34535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507DA-EAAC-A526-C12F-975E66774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B549D-9EAB-08C8-893F-D4883FDC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0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9ECA-0D20-AC87-8A8B-7489C2C1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87589-0146-E26A-53F1-01CE74D5D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8109E-92FF-C668-6385-E89D7799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3458F-2C5F-6D8C-BAA6-EE69228A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CAEC4-F97E-684C-67FF-F5BE53BE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9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625E8-6912-2BB8-89CB-0B551BE67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EBEC9-FA77-8175-2766-CB6D32649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9214B-3DD8-74BF-D1AF-2FD03A118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5796-8F94-41B1-4D2F-D9B7971B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72C6C-934E-34A9-6D9A-CBF4DD9A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0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A73B9-5A99-A06D-C642-651D112A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720E8-7004-E3C0-33A8-7863927ED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703FF-7C4D-3644-F306-E4E8094BE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A3899-4DD2-4917-9186-531DE111513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C07C-B0E7-610D-7169-018460FAE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64E74-DA66-533B-C6BF-53A878C6B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DA7D0D-50E3-CF61-1AEF-B644DF7FD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C3CB4D-FCED-C8B6-86F7-594BE7D12E2F}"/>
              </a:ext>
            </a:extLst>
          </p:cNvPr>
          <p:cNvSpPr/>
          <p:nvPr/>
        </p:nvSpPr>
        <p:spPr>
          <a:xfrm>
            <a:off x="1" y="0"/>
            <a:ext cx="12192000" cy="681487"/>
          </a:xfrm>
          <a:prstGeom prst="rect">
            <a:avLst/>
          </a:prstGeom>
          <a:solidFill>
            <a:srgbClr val="0D471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9B7AB-4489-3472-AEAE-1CB7C595088C}"/>
              </a:ext>
            </a:extLst>
          </p:cNvPr>
          <p:cNvSpPr/>
          <p:nvPr/>
        </p:nvSpPr>
        <p:spPr>
          <a:xfrm>
            <a:off x="2389517" y="819509"/>
            <a:ext cx="5375695" cy="2777706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9A067-5B6E-438C-5195-6EE1C96E5A2C}"/>
              </a:ext>
            </a:extLst>
          </p:cNvPr>
          <p:cNvSpPr/>
          <p:nvPr/>
        </p:nvSpPr>
        <p:spPr>
          <a:xfrm>
            <a:off x="2389517" y="3838754"/>
            <a:ext cx="9572445" cy="2777706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7204CF-DA32-F113-7B34-078CE4CCDAD5}"/>
              </a:ext>
            </a:extLst>
          </p:cNvPr>
          <p:cNvSpPr/>
          <p:nvPr/>
        </p:nvSpPr>
        <p:spPr>
          <a:xfrm>
            <a:off x="195533" y="941715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5B3BEC-2920-E744-73B6-7724A529E91B}"/>
              </a:ext>
            </a:extLst>
          </p:cNvPr>
          <p:cNvSpPr/>
          <p:nvPr/>
        </p:nvSpPr>
        <p:spPr>
          <a:xfrm>
            <a:off x="195529" y="2426538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6AC8CA-F923-DA8D-857F-B58011D56B12}"/>
              </a:ext>
            </a:extLst>
          </p:cNvPr>
          <p:cNvSpPr/>
          <p:nvPr/>
        </p:nvSpPr>
        <p:spPr>
          <a:xfrm>
            <a:off x="199842" y="3911361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B2052-69A8-C060-C0AF-CB6A28AE3309}"/>
              </a:ext>
            </a:extLst>
          </p:cNvPr>
          <p:cNvSpPr/>
          <p:nvPr/>
        </p:nvSpPr>
        <p:spPr>
          <a:xfrm>
            <a:off x="195531" y="5334720"/>
            <a:ext cx="1998451" cy="1163130"/>
          </a:xfrm>
          <a:prstGeom prst="rect">
            <a:avLst/>
          </a:prstGeom>
          <a:solidFill>
            <a:srgbClr val="DDCCB1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161FC-E96B-F4BB-7C56-0210379578FA}"/>
              </a:ext>
            </a:extLst>
          </p:cNvPr>
          <p:cNvSpPr/>
          <p:nvPr/>
        </p:nvSpPr>
        <p:spPr>
          <a:xfrm>
            <a:off x="7960745" y="819508"/>
            <a:ext cx="3991154" cy="2777706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69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DA7D0D-50E3-CF61-1AEF-B644DF7FD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C3CB4D-FCED-C8B6-86F7-594BE7D12E2F}"/>
              </a:ext>
            </a:extLst>
          </p:cNvPr>
          <p:cNvSpPr/>
          <p:nvPr/>
        </p:nvSpPr>
        <p:spPr>
          <a:xfrm>
            <a:off x="1" y="0"/>
            <a:ext cx="12192000" cy="681487"/>
          </a:xfrm>
          <a:prstGeom prst="rect">
            <a:avLst/>
          </a:prstGeom>
          <a:solidFill>
            <a:srgbClr val="0D471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9A067-5B6E-438C-5195-6EE1C96E5A2C}"/>
              </a:ext>
            </a:extLst>
          </p:cNvPr>
          <p:cNvSpPr/>
          <p:nvPr/>
        </p:nvSpPr>
        <p:spPr>
          <a:xfrm>
            <a:off x="2389509" y="866598"/>
            <a:ext cx="9572445" cy="2700000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2C29B-CC82-D4B9-0060-99A6D8FC64C5}"/>
              </a:ext>
            </a:extLst>
          </p:cNvPr>
          <p:cNvSpPr/>
          <p:nvPr/>
        </p:nvSpPr>
        <p:spPr>
          <a:xfrm>
            <a:off x="195533" y="941715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DCF0C0-7F2B-2B35-D6CB-D735C3841EC3}"/>
              </a:ext>
            </a:extLst>
          </p:cNvPr>
          <p:cNvSpPr/>
          <p:nvPr/>
        </p:nvSpPr>
        <p:spPr>
          <a:xfrm>
            <a:off x="195529" y="2426538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FA9679-EF03-1505-51AF-88E0551ECA31}"/>
              </a:ext>
            </a:extLst>
          </p:cNvPr>
          <p:cNvSpPr/>
          <p:nvPr/>
        </p:nvSpPr>
        <p:spPr>
          <a:xfrm>
            <a:off x="199842" y="3911361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964C3B-CC1A-518E-44F4-363F61AD7A56}"/>
              </a:ext>
            </a:extLst>
          </p:cNvPr>
          <p:cNvSpPr/>
          <p:nvPr/>
        </p:nvSpPr>
        <p:spPr>
          <a:xfrm>
            <a:off x="195531" y="5334720"/>
            <a:ext cx="1998451" cy="1163130"/>
          </a:xfrm>
          <a:prstGeom prst="rect">
            <a:avLst/>
          </a:prstGeom>
          <a:solidFill>
            <a:srgbClr val="DDCCB1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99B7AB-4489-3472-AEAE-1CB7C595088C}"/>
              </a:ext>
            </a:extLst>
          </p:cNvPr>
          <p:cNvSpPr/>
          <p:nvPr/>
        </p:nvSpPr>
        <p:spPr>
          <a:xfrm>
            <a:off x="2404613" y="3763647"/>
            <a:ext cx="9572445" cy="2843474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2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Joan C</dc:creator>
  <cp:lastModifiedBy>Ben Joan C</cp:lastModifiedBy>
  <cp:revision>2</cp:revision>
  <dcterms:created xsi:type="dcterms:W3CDTF">2025-12-26T05:54:56Z</dcterms:created>
  <dcterms:modified xsi:type="dcterms:W3CDTF">2025-12-26T07:45:46Z</dcterms:modified>
</cp:coreProperties>
</file>